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0" r:id="rId8"/>
    <p:sldId id="259" r:id="rId9"/>
  </p:sldIdLst>
  <p:sldSz cx="12192000" cy="6858000"/>
  <p:notesSz cx="6735763" cy="986948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108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4864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383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846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1899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4606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865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8140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658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1253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4888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371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4C272-3672-43E7-9A16-0CD0E3690E2B}" type="datetimeFigureOut">
              <a:rPr lang="fr-FR" smtClean="0"/>
              <a:t>12/11/2025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8750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7" name="Groupe 1026"/>
          <p:cNvGrpSpPr/>
          <p:nvPr/>
        </p:nvGrpSpPr>
        <p:grpSpPr>
          <a:xfrm>
            <a:off x="9264770" y="1500996"/>
            <a:ext cx="1388853" cy="1181819"/>
            <a:chOff x="9264770" y="1500996"/>
            <a:chExt cx="1388853" cy="1181819"/>
          </a:xfrm>
        </p:grpSpPr>
        <p:sp>
          <p:nvSpPr>
            <p:cNvPr id="8" name="Ellipse 7"/>
            <p:cNvSpPr/>
            <p:nvPr/>
          </p:nvSpPr>
          <p:spPr>
            <a:xfrm>
              <a:off x="9264770" y="2303253"/>
              <a:ext cx="379562" cy="3795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/>
            <p:cNvSpPr/>
            <p:nvPr/>
          </p:nvSpPr>
          <p:spPr>
            <a:xfrm>
              <a:off x="9849449" y="2303253"/>
              <a:ext cx="379562" cy="3795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" name="Connecteur droit avec flèche 10"/>
            <p:cNvCxnSpPr/>
            <p:nvPr/>
          </p:nvCxnSpPr>
          <p:spPr>
            <a:xfrm flipV="1">
              <a:off x="9454551" y="2493034"/>
              <a:ext cx="1199072" cy="86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avec flèche 13"/>
            <p:cNvCxnSpPr/>
            <p:nvPr/>
          </p:nvCxnSpPr>
          <p:spPr>
            <a:xfrm flipV="1">
              <a:off x="9454551" y="1500996"/>
              <a:ext cx="0" cy="10006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3305" y="664234"/>
            <a:ext cx="5353050" cy="2371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607847"/>
              </p:ext>
            </p:extLst>
          </p:nvPr>
        </p:nvGraphicFramePr>
        <p:xfrm>
          <a:off x="2027267" y="3462866"/>
          <a:ext cx="5585125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5389">
                  <a:extLst>
                    <a:ext uri="{9D8B030D-6E8A-4147-A177-3AD203B41FA5}">
                      <a16:colId xmlns:a16="http://schemas.microsoft.com/office/drawing/2014/main" val="2687620292"/>
                    </a:ext>
                  </a:extLst>
                </a:gridCol>
                <a:gridCol w="2199736">
                  <a:extLst>
                    <a:ext uri="{9D8B030D-6E8A-4147-A177-3AD203B41FA5}">
                      <a16:colId xmlns:a16="http://schemas.microsoft.com/office/drawing/2014/main" val="40355721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Sollicitation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Addition / soustraction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84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Sigma z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495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Sigma</a:t>
                      </a:r>
                      <a:r>
                        <a:rPr lang="fr-FR" baseline="0" dirty="0" smtClean="0"/>
                        <a:t> 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-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821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Sigma</a:t>
                      </a:r>
                      <a:r>
                        <a:rPr lang="fr-FR" baseline="0" dirty="0" smtClean="0"/>
                        <a:t> 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182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Tau </a:t>
                      </a:r>
                      <a:r>
                        <a:rPr lang="fr-FR" dirty="0" err="1" smtClean="0"/>
                        <a:t>rz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7790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W (déplacement</a:t>
                      </a:r>
                      <a:r>
                        <a:rPr lang="fr-FR" baseline="0" dirty="0" smtClean="0"/>
                        <a:t> vertical)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18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U (déplacement radial)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-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8410571"/>
                  </a:ext>
                </a:extLst>
              </a:tr>
            </a:tbl>
          </a:graphicData>
        </a:graphic>
      </p:graphicFrame>
      <p:sp>
        <p:nvSpPr>
          <p:cNvPr id="19" name="Flèche droite 18"/>
          <p:cNvSpPr/>
          <p:nvPr/>
        </p:nvSpPr>
        <p:spPr>
          <a:xfrm rot="16200000">
            <a:off x="9302572" y="1067137"/>
            <a:ext cx="955615" cy="232913"/>
          </a:xfrm>
          <a:prstGeom prst="rightArrow">
            <a:avLst>
              <a:gd name="adj1" fmla="val 13265"/>
              <a:gd name="adj2" fmla="val 106271"/>
            </a:avLst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026" name="Groupe 1025"/>
          <p:cNvGrpSpPr/>
          <p:nvPr/>
        </p:nvGrpSpPr>
        <p:grpSpPr>
          <a:xfrm>
            <a:off x="8510347" y="1751745"/>
            <a:ext cx="2014688" cy="1374558"/>
            <a:chOff x="6745975" y="1432464"/>
            <a:chExt cx="2014688" cy="1374558"/>
          </a:xfrm>
        </p:grpSpPr>
        <p:cxnSp>
          <p:nvCxnSpPr>
            <p:cNvPr id="29" name="Connecteur droit 28"/>
            <p:cNvCxnSpPr/>
            <p:nvPr/>
          </p:nvCxnSpPr>
          <p:spPr>
            <a:xfrm flipV="1">
              <a:off x="6745975" y="2177455"/>
              <a:ext cx="1958077" cy="1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/>
            <p:cNvGrpSpPr/>
            <p:nvPr/>
          </p:nvGrpSpPr>
          <p:grpSpPr>
            <a:xfrm>
              <a:off x="8007769" y="1667752"/>
              <a:ext cx="752894" cy="641852"/>
              <a:chOff x="8098467" y="1573098"/>
              <a:chExt cx="752894" cy="641852"/>
            </a:xfrm>
          </p:grpSpPr>
          <p:cxnSp>
            <p:nvCxnSpPr>
              <p:cNvPr id="21" name="Connecteur droit avec flèche 20"/>
              <p:cNvCxnSpPr/>
              <p:nvPr/>
            </p:nvCxnSpPr>
            <p:spPr>
              <a:xfrm flipH="1" flipV="1">
                <a:off x="8286211" y="1856447"/>
                <a:ext cx="6350" cy="220004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necteur droit avec flèche 22"/>
              <p:cNvCxnSpPr/>
              <p:nvPr/>
            </p:nvCxnSpPr>
            <p:spPr>
              <a:xfrm>
                <a:off x="8292561" y="2082801"/>
                <a:ext cx="212306" cy="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ZoneTexte 23"/>
              <p:cNvSpPr txBox="1"/>
              <p:nvPr/>
            </p:nvSpPr>
            <p:spPr>
              <a:xfrm>
                <a:off x="8098467" y="1573098"/>
                <a:ext cx="4064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 smtClean="0">
                    <a:solidFill>
                      <a:srgbClr val="FF0000"/>
                    </a:solidFill>
                    <a:latin typeface="Symbol" panose="05050102010706020507" pitchFamily="18" charset="2"/>
                  </a:rPr>
                  <a:t>s</a:t>
                </a:r>
                <a:r>
                  <a:rPr lang="fr-FR" sz="1200" dirty="0" smtClean="0">
                    <a:solidFill>
                      <a:srgbClr val="FF0000"/>
                    </a:solidFill>
                  </a:rPr>
                  <a:t>t</a:t>
                </a:r>
                <a:endParaRPr lang="fr-FR" sz="12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6" name="ZoneTexte 25"/>
              <p:cNvSpPr txBox="1"/>
              <p:nvPr/>
            </p:nvSpPr>
            <p:spPr>
              <a:xfrm>
                <a:off x="8444961" y="1937951"/>
                <a:ext cx="4064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 smtClean="0">
                    <a:solidFill>
                      <a:srgbClr val="FF0000"/>
                    </a:solidFill>
                    <a:latin typeface="Symbol" panose="05050102010706020507" pitchFamily="18" charset="2"/>
                  </a:rPr>
                  <a:t>s</a:t>
                </a:r>
                <a:r>
                  <a:rPr lang="fr-FR" sz="1200" dirty="0">
                    <a:solidFill>
                      <a:srgbClr val="FF0000"/>
                    </a:solidFill>
                  </a:rPr>
                  <a:t>r</a:t>
                </a:r>
              </a:p>
            </p:txBody>
          </p:sp>
        </p:grpSp>
        <p:sp>
          <p:nvSpPr>
            <p:cNvPr id="25" name="Ellipse 24"/>
            <p:cNvSpPr/>
            <p:nvPr/>
          </p:nvSpPr>
          <p:spPr>
            <a:xfrm>
              <a:off x="7185923" y="1673764"/>
              <a:ext cx="1009051" cy="1009051"/>
            </a:xfrm>
            <a:prstGeom prst="ellipse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30"/>
            <p:cNvCxnSpPr/>
            <p:nvPr/>
          </p:nvCxnSpPr>
          <p:spPr>
            <a:xfrm flipV="1">
              <a:off x="7686135" y="1432464"/>
              <a:ext cx="4313" cy="1374558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7160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76" y="1234191"/>
            <a:ext cx="5555461" cy="1996613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758757" y="544749"/>
            <a:ext cx="168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accent6">
                    <a:lumMod val="75000"/>
                  </a:schemeClr>
                </a:solidFill>
                <a:latin typeface="Maison Neue" panose="02000000000000000000" pitchFamily="2" charset="0"/>
              </a:rPr>
              <a:t>Equation B.11</a:t>
            </a:r>
            <a:endParaRPr lang="fr-FR" dirty="0">
              <a:solidFill>
                <a:schemeClr val="accent6">
                  <a:lumMod val="75000"/>
                </a:schemeClr>
              </a:solidFill>
              <a:latin typeface="Maison Neue" panose="02000000000000000000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475" y="4366990"/>
            <a:ext cx="4953429" cy="1859441"/>
          </a:xfrm>
          <a:prstGeom prst="rect">
            <a:avLst/>
          </a:prstGeom>
        </p:spPr>
      </p:pic>
      <p:sp>
        <p:nvSpPr>
          <p:cNvPr id="22" name="ZoneTexte 21"/>
          <p:cNvSpPr txBox="1"/>
          <p:nvPr/>
        </p:nvSpPr>
        <p:spPr>
          <a:xfrm>
            <a:off x="758757" y="3683540"/>
            <a:ext cx="168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accent6">
                    <a:lumMod val="75000"/>
                  </a:schemeClr>
                </a:solidFill>
                <a:latin typeface="Maison Neue" panose="02000000000000000000" pitchFamily="2" charset="0"/>
              </a:rPr>
              <a:t>Equation B.17</a:t>
            </a:r>
            <a:endParaRPr lang="fr-FR" dirty="0">
              <a:solidFill>
                <a:schemeClr val="accent6">
                  <a:lumMod val="75000"/>
                </a:schemeClr>
              </a:solidFill>
              <a:latin typeface="Maison Neue" panose="02000000000000000000" pitchFamily="2" charset="0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7533" y="3106986"/>
            <a:ext cx="4823878" cy="1295512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5335" y="5064822"/>
            <a:ext cx="3246401" cy="1066892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7533" y="1256204"/>
            <a:ext cx="3010161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331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23" y="564376"/>
            <a:ext cx="5044877" cy="3436918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966" y="4136231"/>
            <a:ext cx="4717189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59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23" y="564376"/>
            <a:ext cx="5044877" cy="3436918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966" y="4136231"/>
            <a:ext cx="4717189" cy="701101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1663" y="1426757"/>
            <a:ext cx="1511378" cy="717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94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758756" y="544749"/>
            <a:ext cx="3167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accent6">
                    <a:lumMod val="75000"/>
                  </a:schemeClr>
                </a:solidFill>
                <a:latin typeface="Maison Neue" panose="02000000000000000000" pitchFamily="2" charset="0"/>
              </a:rPr>
              <a:t>Structures bitumineuses</a:t>
            </a:r>
            <a:endParaRPr lang="fr-FR" dirty="0">
              <a:solidFill>
                <a:schemeClr val="accent6">
                  <a:lumMod val="75000"/>
                </a:schemeClr>
              </a:solidFill>
              <a:latin typeface="Maison Neue" panose="02000000000000000000" pitchFamily="2" charset="0"/>
            </a:endParaRPr>
          </a:p>
        </p:txBody>
      </p:sp>
      <p:grpSp>
        <p:nvGrpSpPr>
          <p:cNvPr id="7" name="Groupe 6"/>
          <p:cNvGrpSpPr/>
          <p:nvPr/>
        </p:nvGrpSpPr>
        <p:grpSpPr>
          <a:xfrm>
            <a:off x="665227" y="1054609"/>
            <a:ext cx="5430774" cy="1735072"/>
            <a:chOff x="595145" y="1487424"/>
            <a:chExt cx="7204665" cy="2356865"/>
          </a:xfrm>
        </p:grpSpPr>
        <p:pic>
          <p:nvPicPr>
            <p:cNvPr id="5" name="Image 4"/>
            <p:cNvPicPr>
              <a:picLocks noChangeAspect="1"/>
            </p:cNvPicPr>
            <p:nvPr/>
          </p:nvPicPr>
          <p:blipFill rotWithShape="1">
            <a:blip r:embed="rId2"/>
            <a:srcRect t="22309"/>
            <a:stretch/>
          </p:blipFill>
          <p:spPr>
            <a:xfrm>
              <a:off x="595145" y="1487424"/>
              <a:ext cx="7152381" cy="1206057"/>
            </a:xfrm>
            <a:prstGeom prst="rect">
              <a:avLst/>
            </a:prstGeom>
          </p:spPr>
        </p:pic>
        <p:pic>
          <p:nvPicPr>
            <p:cNvPr id="6" name="Image 5"/>
            <p:cNvPicPr>
              <a:picLocks noChangeAspect="1"/>
            </p:cNvPicPr>
            <p:nvPr/>
          </p:nvPicPr>
          <p:blipFill rotWithShape="1">
            <a:blip r:embed="rId3"/>
            <a:srcRect t="15447"/>
            <a:stretch/>
          </p:blipFill>
          <p:spPr>
            <a:xfrm>
              <a:off x="733143" y="2588075"/>
              <a:ext cx="7066667" cy="1256214"/>
            </a:xfrm>
            <a:prstGeom prst="rect">
              <a:avLst/>
            </a:prstGeom>
          </p:spPr>
        </p:pic>
      </p:grpSp>
      <p:pic>
        <p:nvPicPr>
          <p:cNvPr id="8" name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248" y="2943962"/>
            <a:ext cx="5147975" cy="3463053"/>
          </a:xfrm>
          <a:prstGeom prst="rect">
            <a:avLst/>
          </a:prstGeom>
        </p:spPr>
      </p:pic>
      <p:sp>
        <p:nvSpPr>
          <p:cNvPr id="9" name="ZoneTexte 8"/>
          <p:cNvSpPr txBox="1"/>
          <p:nvPr/>
        </p:nvSpPr>
        <p:spPr>
          <a:xfrm>
            <a:off x="6573402" y="544749"/>
            <a:ext cx="3167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accent6">
                    <a:lumMod val="75000"/>
                  </a:schemeClr>
                </a:solidFill>
                <a:latin typeface="Maison Neue" panose="02000000000000000000" pitchFamily="2" charset="0"/>
              </a:rPr>
              <a:t>Structures rigides</a:t>
            </a:r>
            <a:endParaRPr lang="fr-FR" dirty="0">
              <a:solidFill>
                <a:schemeClr val="accent6">
                  <a:lumMod val="75000"/>
                </a:schemeClr>
              </a:solidFill>
              <a:latin typeface="Maison Neue" panose="02000000000000000000" pitchFamily="2" charset="0"/>
            </a:endParaRP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6713" y="1054609"/>
            <a:ext cx="5295811" cy="396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1249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BFA0175B84CD499F1873057EBA1484" ma:contentTypeVersion="16" ma:contentTypeDescription="Crée un document." ma:contentTypeScope="" ma:versionID="af713182e7221dd8e6b5b28ac3837aba">
  <xsd:schema xmlns:xsd="http://www.w3.org/2001/XMLSchema" xmlns:xs="http://www.w3.org/2001/XMLSchema" xmlns:p="http://schemas.microsoft.com/office/2006/metadata/properties" xmlns:ns3="e1a1d82c-0992-4cb8-94d7-7f7c4d36b294" xmlns:ns4="140a38ea-9f47-4842-81d5-06b0dd2885bf" targetNamespace="http://schemas.microsoft.com/office/2006/metadata/properties" ma:root="true" ma:fieldsID="5676d41fc277946a0ecd776292066b3f" ns3:_="" ns4:_="">
    <xsd:import namespace="e1a1d82c-0992-4cb8-94d7-7f7c4d36b294"/>
    <xsd:import namespace="140a38ea-9f47-4842-81d5-06b0dd2885b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SearchProperties" minOccurs="0"/>
                <xsd:element ref="ns3:MediaServiceDateTaken" minOccurs="0"/>
                <xsd:element ref="ns3:MediaLengthInSeconds" minOccurs="0"/>
                <xsd:element ref="ns3:MediaServiceBillingMetadata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1d82c-0992-4cb8-94d7-7f7c4d36b2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0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0a38ea-9f47-4842-81d5-06b0dd288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a1d82c-0992-4cb8-94d7-7f7c4d36b294" xsi:nil="true"/>
  </documentManagement>
</p:properties>
</file>

<file path=customXml/itemProps1.xml><?xml version="1.0" encoding="utf-8"?>
<ds:datastoreItem xmlns:ds="http://schemas.openxmlformats.org/officeDocument/2006/customXml" ds:itemID="{66995176-3B9A-4366-8C5E-29937C64D0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1d82c-0992-4cb8-94d7-7f7c4d36b294"/>
    <ds:schemaRef ds:uri="140a38ea-9f47-4842-81d5-06b0dd2885b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29DA455-99A3-45D6-8AB4-E6DB214BB7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A97D56-E45D-459A-BADC-382BA4C85AD7}">
  <ds:schemaRefs>
    <ds:schemaRef ds:uri="e1a1d82c-0992-4cb8-94d7-7f7c4d36b294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140a38ea-9f47-4842-81d5-06b0dd2885bf"/>
    <ds:schemaRef ds:uri="http://purl.org/dc/terms/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4584</TotalTime>
  <Words>38</Words>
  <Application>Microsoft Office PowerPoint</Application>
  <PresentationFormat>Grand écran</PresentationFormat>
  <Paragraphs>20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Maison Neue</vt:lpstr>
      <vt:lpstr>Symbol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Département de la Gironde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Frederic Duhart</dc:creator>
  <cp:lastModifiedBy>Frederic Duhart</cp:lastModifiedBy>
  <cp:revision>9</cp:revision>
  <cp:lastPrinted>2025-11-12T08:53:53Z</cp:lastPrinted>
  <dcterms:created xsi:type="dcterms:W3CDTF">2025-11-04T08:03:11Z</dcterms:created>
  <dcterms:modified xsi:type="dcterms:W3CDTF">2025-11-12T13:51:41Z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0x0101006EBFA0175B84CD499F1873057EBA1484</vt:lpwstr>
  </property>
</Properties>
</file>