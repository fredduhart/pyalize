
<file path=[Content_Types].xml><?xml version="1.0" encoding="utf-8"?>
<Types xmlns="http://schemas.openxmlformats.org/package/2006/content-types"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4864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383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2846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1899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460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1865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8140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658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1253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4888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371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4C272-3672-43E7-9A16-0CD0E3690E2B}" type="datetimeFigureOut">
              <a:rPr lang="fr-FR" smtClean="0"/>
              <a:t>04/11/2025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F92F8-11FB-4FA7-9EDD-8B5F752E53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8750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113472" y="914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fr-FR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3472" y="914400"/>
            <a:ext cx="5353050" cy="2371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914726"/>
              </p:ext>
            </p:extLst>
          </p:nvPr>
        </p:nvGraphicFramePr>
        <p:xfrm>
          <a:off x="1911230" y="3713032"/>
          <a:ext cx="81280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87620292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0355721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Sollicitation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Addition / soustraction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84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 z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49544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</a:t>
                      </a:r>
                      <a:r>
                        <a:rPr lang="fr-FR" baseline="0" dirty="0" smtClean="0"/>
                        <a:t> r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-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821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Sigma</a:t>
                      </a:r>
                      <a:r>
                        <a:rPr lang="fr-FR" baseline="0" dirty="0" smtClean="0"/>
                        <a:t> 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182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Tau </a:t>
                      </a:r>
                      <a:r>
                        <a:rPr lang="fr-FR" dirty="0" err="1" smtClean="0"/>
                        <a:t>rz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7790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W (déplacement</a:t>
                      </a:r>
                      <a:r>
                        <a:rPr lang="fr-FR" baseline="0" dirty="0" smtClean="0"/>
                        <a:t> vertical)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+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418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U (déplacement radial)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-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410571"/>
                  </a:ext>
                </a:extLst>
              </a:tr>
            </a:tbl>
          </a:graphicData>
        </a:graphic>
      </p:graphicFrame>
      <p:sp>
        <p:nvSpPr>
          <p:cNvPr id="8" name="Ellipse 7"/>
          <p:cNvSpPr/>
          <p:nvPr/>
        </p:nvSpPr>
        <p:spPr>
          <a:xfrm>
            <a:off x="9264770" y="2303253"/>
            <a:ext cx="379562" cy="379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llipse 9"/>
          <p:cNvSpPr/>
          <p:nvPr/>
        </p:nvSpPr>
        <p:spPr>
          <a:xfrm>
            <a:off x="9849449" y="2303253"/>
            <a:ext cx="379562" cy="37956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" name="Connecteur droit avec flèche 10"/>
          <p:cNvCxnSpPr/>
          <p:nvPr/>
        </p:nvCxnSpPr>
        <p:spPr>
          <a:xfrm flipV="1">
            <a:off x="9454551" y="2493034"/>
            <a:ext cx="1199072" cy="86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/>
          <p:cNvCxnSpPr/>
          <p:nvPr/>
        </p:nvCxnSpPr>
        <p:spPr>
          <a:xfrm flipV="1">
            <a:off x="9454551" y="1500996"/>
            <a:ext cx="0" cy="1000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Flèche droite 18"/>
          <p:cNvSpPr/>
          <p:nvPr/>
        </p:nvSpPr>
        <p:spPr>
          <a:xfrm rot="16200000">
            <a:off x="9255185" y="1372879"/>
            <a:ext cx="955615" cy="232913"/>
          </a:xfrm>
          <a:prstGeom prst="rightArrow">
            <a:avLst>
              <a:gd name="adj1" fmla="val 13265"/>
              <a:gd name="adj2" fmla="val 10627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160190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EBFA0175B84CD499F1873057EBA1484" ma:contentTypeVersion="16" ma:contentTypeDescription="Crée un document." ma:contentTypeScope="" ma:versionID="af713182e7221dd8e6b5b28ac3837aba">
  <xsd:schema xmlns:xsd="http://www.w3.org/2001/XMLSchema" xmlns:xs="http://www.w3.org/2001/XMLSchema" xmlns:p="http://schemas.microsoft.com/office/2006/metadata/properties" xmlns:ns3="e1a1d82c-0992-4cb8-94d7-7f7c4d36b294" xmlns:ns4="140a38ea-9f47-4842-81d5-06b0dd2885bf" targetNamespace="http://schemas.microsoft.com/office/2006/metadata/properties" ma:root="true" ma:fieldsID="5676d41fc277946a0ecd776292066b3f" ns3:_="" ns4:_="">
    <xsd:import namespace="e1a1d82c-0992-4cb8-94d7-7f7c4d36b294"/>
    <xsd:import namespace="140a38ea-9f47-4842-81d5-06b0dd2885b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SearchProperties" minOccurs="0"/>
                <xsd:element ref="ns3:MediaServiceDateTaken" minOccurs="0"/>
                <xsd:element ref="ns3:MediaLengthInSeconds" minOccurs="0"/>
                <xsd:element ref="ns3:MediaServiceBillingMetadata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1d82c-0992-4cb8-94d7-7f7c4d36b29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0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0a38ea-9f47-4842-81d5-06b0dd2885bf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3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a1d82c-0992-4cb8-94d7-7f7c4d36b294" xsi:nil="true"/>
  </documentManagement>
</p:properties>
</file>

<file path=customXml/itemProps1.xml><?xml version="1.0" encoding="utf-8"?>
<ds:datastoreItem xmlns:ds="http://schemas.openxmlformats.org/officeDocument/2006/customXml" ds:itemID="{66995176-3B9A-4366-8C5E-29937C64D0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1d82c-0992-4cb8-94d7-7f7c4d36b294"/>
    <ds:schemaRef ds:uri="140a38ea-9f47-4842-81d5-06b0dd2885b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9DA455-99A3-45D6-8AB4-E6DB214BB7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A97D56-E45D-459A-BADC-382BA4C85AD7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140a38ea-9f47-4842-81d5-06b0dd2885bf"/>
    <ds:schemaRef ds:uri="http://purl.org/dc/terms/"/>
    <ds:schemaRef ds:uri="http://schemas.openxmlformats.org/package/2006/metadata/core-properties"/>
    <ds:schemaRef ds:uri="e1a1d82c-0992-4cb8-94d7-7f7c4d36b294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28</Words>
  <Application>Microsoft Office PowerPoint</Application>
  <PresentationFormat>Grand écran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>Département de la Gironde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Frederic Duhart</dc:creator>
  <cp:lastModifiedBy>Frederic Duhart</cp:lastModifiedBy>
  <cp:revision>2</cp:revision>
  <dcterms:created xsi:type="dcterms:W3CDTF">2025-11-04T08:03:11Z</dcterms:created>
  <dcterms:modified xsi:type="dcterms:W3CDTF">2025-11-04T08:13:17Z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0x0101006EBFA0175B84CD499F1873057EBA1484</vt:lpwstr>
  </property>
</Properties>
</file>