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936" y="-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4864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83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846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899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606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86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8140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5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1253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4888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37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4C272-3672-43E7-9A16-0CD0E3690E2B}" type="datetimeFigureOut">
              <a:rPr lang="fr-FR" smtClean="0"/>
              <a:t>04/11/2025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F92F8-11FB-4FA7-9EDD-8B5F752E53A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875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oupe 1026"/>
          <p:cNvGrpSpPr/>
          <p:nvPr/>
        </p:nvGrpSpPr>
        <p:grpSpPr>
          <a:xfrm>
            <a:off x="9264770" y="1500996"/>
            <a:ext cx="1388853" cy="1181819"/>
            <a:chOff x="9264770" y="1500996"/>
            <a:chExt cx="1388853" cy="1181819"/>
          </a:xfrm>
        </p:grpSpPr>
        <p:sp>
          <p:nvSpPr>
            <p:cNvPr id="8" name="Ellipse 7"/>
            <p:cNvSpPr/>
            <p:nvPr/>
          </p:nvSpPr>
          <p:spPr>
            <a:xfrm>
              <a:off x="9264770" y="2303253"/>
              <a:ext cx="379562" cy="3795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/>
            <p:cNvSpPr/>
            <p:nvPr/>
          </p:nvSpPr>
          <p:spPr>
            <a:xfrm>
              <a:off x="9849449" y="2303253"/>
              <a:ext cx="379562" cy="37956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1" name="Connecteur droit avec flèche 10"/>
            <p:cNvCxnSpPr/>
            <p:nvPr/>
          </p:nvCxnSpPr>
          <p:spPr>
            <a:xfrm flipV="1">
              <a:off x="9454551" y="2493034"/>
              <a:ext cx="1199072" cy="86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/>
            <p:cNvCxnSpPr/>
            <p:nvPr/>
          </p:nvCxnSpPr>
          <p:spPr>
            <a:xfrm flipV="1">
              <a:off x="9454551" y="1500996"/>
              <a:ext cx="0" cy="10006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305" y="664234"/>
            <a:ext cx="5353050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607847"/>
              </p:ext>
            </p:extLst>
          </p:nvPr>
        </p:nvGraphicFramePr>
        <p:xfrm>
          <a:off x="2027267" y="3462866"/>
          <a:ext cx="5585125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5389">
                  <a:extLst>
                    <a:ext uri="{9D8B030D-6E8A-4147-A177-3AD203B41FA5}">
                      <a16:colId xmlns:a16="http://schemas.microsoft.com/office/drawing/2014/main" val="2687620292"/>
                    </a:ext>
                  </a:extLst>
                </a:gridCol>
                <a:gridCol w="2199736">
                  <a:extLst>
                    <a:ext uri="{9D8B030D-6E8A-4147-A177-3AD203B41FA5}">
                      <a16:colId xmlns:a16="http://schemas.microsoft.com/office/drawing/2014/main" val="40355721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Sollicitation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Addition / soustraction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784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Sigma z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+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954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Sigma</a:t>
                      </a:r>
                      <a:r>
                        <a:rPr lang="fr-FR" baseline="0" dirty="0" smtClean="0"/>
                        <a:t> 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-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821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Sigma</a:t>
                      </a:r>
                      <a:r>
                        <a:rPr lang="fr-FR" baseline="0" dirty="0" smtClean="0"/>
                        <a:t> 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+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18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Tau </a:t>
                      </a:r>
                      <a:r>
                        <a:rPr lang="fr-FR" dirty="0" err="1" smtClean="0"/>
                        <a:t>rz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+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790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W (déplacement</a:t>
                      </a:r>
                      <a:r>
                        <a:rPr lang="fr-FR" baseline="0" dirty="0" smtClean="0"/>
                        <a:t> vertical)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+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418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U (déplacement radial)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-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410571"/>
                  </a:ext>
                </a:extLst>
              </a:tr>
            </a:tbl>
          </a:graphicData>
        </a:graphic>
      </p:graphicFrame>
      <p:sp>
        <p:nvSpPr>
          <p:cNvPr id="19" name="Flèche droite 18"/>
          <p:cNvSpPr/>
          <p:nvPr/>
        </p:nvSpPr>
        <p:spPr>
          <a:xfrm rot="16200000">
            <a:off x="9302572" y="1067137"/>
            <a:ext cx="955615" cy="232913"/>
          </a:xfrm>
          <a:prstGeom prst="rightArrow">
            <a:avLst>
              <a:gd name="adj1" fmla="val 13265"/>
              <a:gd name="adj2" fmla="val 106271"/>
            </a:avLst>
          </a:prstGeom>
          <a:solidFill>
            <a:srgbClr val="FFC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26" name="Groupe 1025"/>
          <p:cNvGrpSpPr/>
          <p:nvPr/>
        </p:nvGrpSpPr>
        <p:grpSpPr>
          <a:xfrm>
            <a:off x="8510347" y="1751745"/>
            <a:ext cx="2014688" cy="1374558"/>
            <a:chOff x="6745975" y="1432464"/>
            <a:chExt cx="2014688" cy="1374558"/>
          </a:xfrm>
        </p:grpSpPr>
        <p:cxnSp>
          <p:nvCxnSpPr>
            <p:cNvPr id="29" name="Connecteur droit 28"/>
            <p:cNvCxnSpPr/>
            <p:nvPr/>
          </p:nvCxnSpPr>
          <p:spPr>
            <a:xfrm flipV="1">
              <a:off x="6745975" y="2177455"/>
              <a:ext cx="1958077" cy="1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" name="Groupe 26"/>
            <p:cNvGrpSpPr/>
            <p:nvPr/>
          </p:nvGrpSpPr>
          <p:grpSpPr>
            <a:xfrm>
              <a:off x="8007769" y="1667752"/>
              <a:ext cx="752894" cy="641852"/>
              <a:chOff x="8098467" y="1573098"/>
              <a:chExt cx="752894" cy="641852"/>
            </a:xfrm>
          </p:grpSpPr>
          <p:cxnSp>
            <p:nvCxnSpPr>
              <p:cNvPr id="21" name="Connecteur droit avec flèche 20"/>
              <p:cNvCxnSpPr/>
              <p:nvPr/>
            </p:nvCxnSpPr>
            <p:spPr>
              <a:xfrm flipH="1" flipV="1">
                <a:off x="8286211" y="1856447"/>
                <a:ext cx="6350" cy="22000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necteur droit avec flèche 22"/>
              <p:cNvCxnSpPr/>
              <p:nvPr/>
            </p:nvCxnSpPr>
            <p:spPr>
              <a:xfrm>
                <a:off x="8292561" y="2082801"/>
                <a:ext cx="21230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ZoneTexte 23"/>
              <p:cNvSpPr txBox="1"/>
              <p:nvPr/>
            </p:nvSpPr>
            <p:spPr>
              <a:xfrm>
                <a:off x="8098467" y="1573098"/>
                <a:ext cx="406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 smtClean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s</a:t>
                </a:r>
                <a:r>
                  <a:rPr lang="fr-FR" sz="1200" dirty="0" smtClean="0">
                    <a:solidFill>
                      <a:srgbClr val="FF0000"/>
                    </a:solidFill>
                  </a:rPr>
                  <a:t>t</a:t>
                </a:r>
                <a:endParaRPr lang="fr-FR" sz="120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ZoneTexte 25"/>
              <p:cNvSpPr txBox="1"/>
              <p:nvPr/>
            </p:nvSpPr>
            <p:spPr>
              <a:xfrm>
                <a:off x="8444961" y="1937951"/>
                <a:ext cx="4064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200" dirty="0" smtClean="0">
                    <a:solidFill>
                      <a:srgbClr val="FF0000"/>
                    </a:solidFill>
                    <a:latin typeface="Symbol" panose="05050102010706020507" pitchFamily="18" charset="2"/>
                  </a:rPr>
                  <a:t>s</a:t>
                </a:r>
                <a:r>
                  <a:rPr lang="fr-FR" sz="1200" dirty="0">
                    <a:solidFill>
                      <a:srgbClr val="FF0000"/>
                    </a:solidFill>
                  </a:rPr>
                  <a:t>r</a:t>
                </a:r>
              </a:p>
            </p:txBody>
          </p:sp>
        </p:grpSp>
        <p:sp>
          <p:nvSpPr>
            <p:cNvPr id="25" name="Ellipse 24"/>
            <p:cNvSpPr/>
            <p:nvPr/>
          </p:nvSpPr>
          <p:spPr>
            <a:xfrm>
              <a:off x="7185923" y="1673764"/>
              <a:ext cx="1009051" cy="1009051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1" name="Connecteur droit 30"/>
            <p:cNvCxnSpPr/>
            <p:nvPr/>
          </p:nvCxnSpPr>
          <p:spPr>
            <a:xfrm flipV="1">
              <a:off x="7686135" y="1432464"/>
              <a:ext cx="4313" cy="1374558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716019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BFA0175B84CD499F1873057EBA1484" ma:contentTypeVersion="16" ma:contentTypeDescription="Crée un document." ma:contentTypeScope="" ma:versionID="af713182e7221dd8e6b5b28ac3837aba">
  <xsd:schema xmlns:xsd="http://www.w3.org/2001/XMLSchema" xmlns:xs="http://www.w3.org/2001/XMLSchema" xmlns:p="http://schemas.microsoft.com/office/2006/metadata/properties" xmlns:ns3="e1a1d82c-0992-4cb8-94d7-7f7c4d36b294" xmlns:ns4="140a38ea-9f47-4842-81d5-06b0dd2885bf" targetNamespace="http://schemas.microsoft.com/office/2006/metadata/properties" ma:root="true" ma:fieldsID="5676d41fc277946a0ecd776292066b3f" ns3:_="" ns4:_="">
    <xsd:import namespace="e1a1d82c-0992-4cb8-94d7-7f7c4d36b294"/>
    <xsd:import namespace="140a38ea-9f47-4842-81d5-06b0dd2885b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  <xsd:element ref="ns3:MediaLengthInSecond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1d82c-0992-4cb8-94d7-7f7c4d36b2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a38ea-9f47-4842-81d5-06b0dd2885b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a1d82c-0992-4cb8-94d7-7f7c4d36b294" xsi:nil="true"/>
  </documentManagement>
</p:properties>
</file>

<file path=customXml/itemProps1.xml><?xml version="1.0" encoding="utf-8"?>
<ds:datastoreItem xmlns:ds="http://schemas.openxmlformats.org/officeDocument/2006/customXml" ds:itemID="{66995176-3B9A-4366-8C5E-29937C64D0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a1d82c-0992-4cb8-94d7-7f7c4d36b294"/>
    <ds:schemaRef ds:uri="140a38ea-9f47-4842-81d5-06b0dd2885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9DA455-99A3-45D6-8AB4-E6DB214BB7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A97D56-E45D-459A-BADC-382BA4C85AD7}">
  <ds:schemaRefs>
    <ds:schemaRef ds:uri="http://purl.org/dc/elements/1.1/"/>
    <ds:schemaRef ds:uri="http://schemas.microsoft.com/office/2006/metadata/properties"/>
    <ds:schemaRef ds:uri="140a38ea-9f47-4842-81d5-06b0dd2885bf"/>
    <ds:schemaRef ds:uri="http://purl.org/dc/terms/"/>
    <ds:schemaRef ds:uri="http://schemas.openxmlformats.org/package/2006/metadata/core-properties"/>
    <ds:schemaRef ds:uri="e1a1d82c-0992-4cb8-94d7-7f7c4d36b294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30</Words>
  <Application>Microsoft Office PowerPoint</Application>
  <PresentationFormat>Grand écran</PresentationFormat>
  <Paragraphs>16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Symbol</vt:lpstr>
      <vt:lpstr>Thème Office</vt:lpstr>
      <vt:lpstr>Présentation PowerPoint</vt:lpstr>
    </vt:vector>
  </TitlesOfParts>
  <Company>Département de la Gironde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Frederic Duhart</dc:creator>
  <cp:lastModifiedBy>Frederic Duhart</cp:lastModifiedBy>
  <cp:revision>4</cp:revision>
  <dcterms:created xsi:type="dcterms:W3CDTF">2025-11-04T08:03:11Z</dcterms:created>
  <dcterms:modified xsi:type="dcterms:W3CDTF">2025-11-04T10:53:34Z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0x0101006EBFA0175B84CD499F1873057EBA1484</vt:lpwstr>
  </property>
</Properties>
</file>